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C8D32E-6BBE-4E93-A4B4-A33583167627}" v="19" dt="2022-04-09T20:37:20.0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652" autoAdjust="0"/>
  </p:normalViewPr>
  <p:slideViewPr>
    <p:cSldViewPr snapToGrid="0">
      <p:cViewPr varScale="1">
        <p:scale>
          <a:sx n="114" d="100"/>
          <a:sy n="114" d="100"/>
        </p:scale>
        <p:origin x="43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B51AB-8D2C-4E81-BCCB-ED5AD571C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1221B9-F0F4-43F5-83D0-5335EA8FA0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B3449-3FAB-4075-B7DC-CB48541CE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A0CF-617C-444E-9B0C-26CB87CB8CCB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A7F29-296C-4B42-BC2A-62356D359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ACF2B-18CC-4629-A324-0875E8D5E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003A-1F3A-469E-B58B-89AC1EF09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90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C5C4C-4C9D-4238-B628-F6723233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64DB1-2C2E-41AF-A255-F10EBE4AD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7AD64-554C-40C0-A327-CA10149C7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A0CF-617C-444E-9B0C-26CB87CB8CCB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0E949-7435-4E86-8621-8A81E4DBA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28AF0-83D7-4688-9079-55809C67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003A-1F3A-469E-B58B-89AC1EF09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8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C3AF7-828D-4796-B350-59DB73175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8C366-6F60-488D-A631-8D7BDB36F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9F2A1-CA6E-4A66-ADE6-58FDAF7CF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A0CF-617C-444E-9B0C-26CB87CB8CCB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134A1-93BF-4782-9545-F6663B372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B8222-C01A-4F19-B123-A82581602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003A-1F3A-469E-B58B-89AC1EF09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30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19E15-B321-42C2-AA0A-79FF3FDC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2581A-B7AA-4B0B-9BA6-B29D378A1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D83202-2DA9-46AF-A604-AB6597817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A7A5B-0CE0-4A02-82E8-F6D634E67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A0CF-617C-444E-9B0C-26CB87CB8CCB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070D1-9F18-4365-BCCA-8EE520360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ED43B-2B64-4A65-AB2D-4188489D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003A-1F3A-469E-B58B-89AC1EF09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69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1AF28-9694-44CE-BBB1-6BCD372A8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F797F-1ABA-4BBE-AC18-635CBDC9D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4162C-F2E9-4054-9FF0-FCD243E59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FDCC69-44C8-43A6-84D7-E0115B6B2B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000CB0-D0D3-4F93-9FA4-2A4D0B05F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98BBB5-A868-4E75-A887-DFFE91EFF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A0CF-617C-444E-9B0C-26CB87CB8CCB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F65CEE-179E-4C4A-859B-3993E1612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3FBB73-6E4A-45D4-A677-32508D610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003A-1F3A-469E-B58B-89AC1EF09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12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CEDF-0ACF-44D7-AD71-E6BD50BA7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6967D-3447-466C-AE4A-8E88B323A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A0CF-617C-444E-9B0C-26CB87CB8CCB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E0300-5E70-4F34-A758-899C61CDA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55D57-FC80-413D-A447-A5D936235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003A-1F3A-469E-B58B-89AC1EF09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48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A9B63-917A-462B-8DBB-F4F838DA0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A0CF-617C-444E-9B0C-26CB87CB8CCB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B10C1F-1EB4-4366-A477-183EB2733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93BF3-6EA9-4D43-9E19-C18AB69E8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003A-1F3A-469E-B58B-89AC1EF09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26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6FED1-CEE0-4729-9D0E-316FD89AF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01C24-AF74-4D2D-A5FB-8F3E53A8F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BACCC4-2B13-4DB7-918B-A863BA263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C3E09-7DFB-4F31-98FC-4977319F1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A0CF-617C-444E-9B0C-26CB87CB8CCB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93D19-6C28-4DEE-9F8B-A18625855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29F0F-05C5-4B2E-8EDD-CDDEFFB16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003A-1F3A-469E-B58B-89AC1EF09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107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4FAB6-11C5-47AB-BF2C-A16367227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E39675-45BF-4455-A70D-F01194504F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F23E9-A826-436E-869F-673AD8066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79FBD-DF6E-49F0-A34E-9FBD7A08B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A0CF-617C-444E-9B0C-26CB87CB8CCB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F4F4B-167D-430B-8554-E18869C3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7E2CB-097B-4064-BE3B-9BDF79067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003A-1F3A-469E-B58B-89AC1EF09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4899-42D0-45C9-8B96-74E00EF4A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C8522-262D-4188-AF4B-8538CF030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90C4C-98B5-4209-BB97-50EE87225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A0CF-617C-444E-9B0C-26CB87CB8CCB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6F44-E459-4758-B89E-5B96A4E32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778CB-74B7-4D38-A30B-AE3FDF8C6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003A-1F3A-469E-B58B-89AC1EF09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90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E60EF7-DC9B-40E7-AB6B-2073C3D614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3ED9D-0284-4A05-9DC5-43C98A181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115C6-7700-4096-BC0F-9BEC94D2F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3A0CF-617C-444E-9B0C-26CB87CB8CCB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1BDB8-C3DC-43EA-97D4-49C70F80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0C5DE-EA2B-4A09-A78E-49D753C90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003A-1F3A-469E-B58B-89AC1EF09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4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01F66D-8899-4256-B4F8-1DF8065CF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244E2-A653-482E-A0D3-4AFEBF119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4FBE3-2944-45E2-808D-07AAEF3298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3A0CF-617C-444E-9B0C-26CB87CB8CCB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63D30-46C8-46AA-91EC-29638CD760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9192B-40B6-4862-809D-7E22C3390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C003A-1F3A-469E-B58B-89AC1EF09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2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o.shelby.oh.us/auditor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47F399-FEFE-4EE7-9277-4852AD79F071}"/>
              </a:ext>
            </a:extLst>
          </p:cNvPr>
          <p:cNvSpPr txBox="1"/>
          <p:nvPr/>
        </p:nvSpPr>
        <p:spPr>
          <a:xfrm>
            <a:off x="148998" y="190891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﻿﻿​Auditor – Welcome To Shelby County Ohio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B4FD58-0ABC-4932-8336-E153FBADF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59" y="718458"/>
            <a:ext cx="5307414" cy="285730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208255-41B9-40A7-83B2-70AA333B7465}"/>
              </a:ext>
            </a:extLst>
          </p:cNvPr>
          <p:cNvCxnSpPr>
            <a:cxnSpLocks/>
          </p:cNvCxnSpPr>
          <p:nvPr/>
        </p:nvCxnSpPr>
        <p:spPr>
          <a:xfrm flipH="1">
            <a:off x="3023118" y="2147109"/>
            <a:ext cx="606773" cy="381487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4633D37-D6F1-4655-8FFA-98608A6199B6}"/>
              </a:ext>
            </a:extLst>
          </p:cNvPr>
          <p:cNvSpPr txBox="1"/>
          <p:nvPr/>
        </p:nvSpPr>
        <p:spPr>
          <a:xfrm>
            <a:off x="3759199" y="1930400"/>
            <a:ext cx="134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Click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304F23-00D7-499F-B934-1AFD075F8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636" y="600987"/>
            <a:ext cx="5423987" cy="11845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6832AF2-144C-48A0-A53C-24141EC03848}"/>
              </a:ext>
            </a:extLst>
          </p:cNvPr>
          <p:cNvSpPr txBox="1"/>
          <p:nvPr/>
        </p:nvSpPr>
        <p:spPr>
          <a:xfrm>
            <a:off x="9488294" y="934836"/>
            <a:ext cx="1170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Type in  name or address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72245B-CD48-4944-8D8F-B1BA22E8C518}"/>
              </a:ext>
            </a:extLst>
          </p:cNvPr>
          <p:cNvCxnSpPr>
            <a:cxnSpLocks/>
          </p:cNvCxnSpPr>
          <p:nvPr/>
        </p:nvCxnSpPr>
        <p:spPr>
          <a:xfrm flipV="1">
            <a:off x="10270838" y="800824"/>
            <a:ext cx="775854" cy="392437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47789-FA4C-4435-AF1F-AD90E38EB7FE}"/>
              </a:ext>
            </a:extLst>
          </p:cNvPr>
          <p:cNvSpPr/>
          <p:nvPr/>
        </p:nvSpPr>
        <p:spPr>
          <a:xfrm>
            <a:off x="7620000" y="1145309"/>
            <a:ext cx="914400" cy="2678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357590-9F10-480A-98FB-A35E98A48823}"/>
              </a:ext>
            </a:extLst>
          </p:cNvPr>
          <p:cNvSpPr txBox="1"/>
          <p:nvPr/>
        </p:nvSpPr>
        <p:spPr>
          <a:xfrm>
            <a:off x="314037" y="2317394"/>
            <a:ext cx="4064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B8AF71-5E78-4ADA-B294-14A6F2CA4CC8}"/>
              </a:ext>
            </a:extLst>
          </p:cNvPr>
          <p:cNvSpPr txBox="1"/>
          <p:nvPr/>
        </p:nvSpPr>
        <p:spPr>
          <a:xfrm>
            <a:off x="8054037" y="1094570"/>
            <a:ext cx="4064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2.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3279A1B-8A42-4753-AC95-F4AA279F4842}"/>
              </a:ext>
            </a:extLst>
          </p:cNvPr>
          <p:cNvGrpSpPr/>
          <p:nvPr/>
        </p:nvGrpSpPr>
        <p:grpSpPr>
          <a:xfrm>
            <a:off x="148214" y="3885610"/>
            <a:ext cx="6095422" cy="2972390"/>
            <a:chOff x="6605443" y="3796650"/>
            <a:chExt cx="6095422" cy="2972390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D63C0BB7-F985-4118-AD15-20BDBB91D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05443" y="3796650"/>
              <a:ext cx="5765702" cy="2551630"/>
            </a:xfrm>
            <a:prstGeom prst="rect">
              <a:avLst/>
            </a:prstGeom>
          </p:spPr>
        </p:pic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8EF229B-5DE3-47FC-B0CF-15F5A1116F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84274" y="6161431"/>
              <a:ext cx="463561" cy="320503"/>
            </a:xfrm>
            <a:prstGeom prst="straightConnector1">
              <a:avLst/>
            </a:prstGeom>
            <a:ln w="412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1D71AE3-8497-4204-87BD-E00B78DBC671}"/>
                </a:ext>
              </a:extLst>
            </p:cNvPr>
            <p:cNvSpPr txBox="1"/>
            <p:nvPr/>
          </p:nvSpPr>
          <p:spPr>
            <a:xfrm>
              <a:off x="7100866" y="6399708"/>
              <a:ext cx="17569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View Map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D5573FB-D4E9-43C1-BA85-A3AF2099C97A}"/>
                </a:ext>
              </a:extLst>
            </p:cNvPr>
            <p:cNvSpPr/>
            <p:nvPr/>
          </p:nvSpPr>
          <p:spPr>
            <a:xfrm>
              <a:off x="9500465" y="4103533"/>
              <a:ext cx="1275754" cy="36933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42BB364-A23F-4BF3-A43D-20929500707D}"/>
                </a:ext>
              </a:extLst>
            </p:cNvPr>
            <p:cNvSpPr txBox="1"/>
            <p:nvPr/>
          </p:nvSpPr>
          <p:spPr>
            <a:xfrm>
              <a:off x="10776219" y="4332554"/>
              <a:ext cx="19246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Legal Description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1B30858-E886-428F-A4FA-7F7C35C49AF4}"/>
                </a:ext>
              </a:extLst>
            </p:cNvPr>
            <p:cNvCxnSpPr>
              <a:cxnSpLocks/>
              <a:stCxn id="44" idx="1"/>
            </p:cNvCxnSpPr>
            <p:nvPr/>
          </p:nvCxnSpPr>
          <p:spPr>
            <a:xfrm flipH="1" flipV="1">
              <a:off x="10357289" y="4381814"/>
              <a:ext cx="418930" cy="135406"/>
            </a:xfrm>
            <a:prstGeom prst="straightConnector1">
              <a:avLst/>
            </a:prstGeom>
            <a:ln w="412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1124832-4376-4626-A11C-9F52F3EF45D4}"/>
                </a:ext>
              </a:extLst>
            </p:cNvPr>
            <p:cNvSpPr txBox="1"/>
            <p:nvPr/>
          </p:nvSpPr>
          <p:spPr>
            <a:xfrm>
              <a:off x="11523570" y="4103533"/>
              <a:ext cx="40640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3.</a:t>
              </a:r>
            </a:p>
          </p:txBody>
        </p:sp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C51CBFF9-477A-4CC0-B5B8-789038D13F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0987" y="2689676"/>
            <a:ext cx="4315553" cy="388561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245BF73E-7CA7-4F7B-998B-E35CDC78A4B0}"/>
              </a:ext>
            </a:extLst>
          </p:cNvPr>
          <p:cNvSpPr txBox="1"/>
          <p:nvPr/>
        </p:nvSpPr>
        <p:spPr>
          <a:xfrm>
            <a:off x="6990987" y="2115066"/>
            <a:ext cx="4011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 out a large map of your property.  24” by 36” is ideal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25092C0-D640-468A-867F-5C67D04E0A1E}"/>
              </a:ext>
            </a:extLst>
          </p:cNvPr>
          <p:cNvSpPr txBox="1"/>
          <p:nvPr/>
        </p:nvSpPr>
        <p:spPr>
          <a:xfrm>
            <a:off x="1761912" y="6439940"/>
            <a:ext cx="4064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4.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0C2541-F5D9-4CD8-84B3-9F088B73E3F2}"/>
              </a:ext>
            </a:extLst>
          </p:cNvPr>
          <p:cNvSpPr txBox="1"/>
          <p:nvPr/>
        </p:nvSpPr>
        <p:spPr>
          <a:xfrm>
            <a:off x="6584587" y="2253565"/>
            <a:ext cx="4064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5.</a:t>
            </a:r>
          </a:p>
        </p:txBody>
      </p:sp>
    </p:spTree>
    <p:extLst>
      <p:ext uri="{BB962C8B-B14F-4D97-AF65-F5344CB8AC3E}">
        <p14:creationId xmlns:p14="http://schemas.microsoft.com/office/powerpoint/2010/main" val="3060673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46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Rick Paulus</dc:creator>
  <cp:lastModifiedBy>Rick Paulus</cp:lastModifiedBy>
  <cp:revision>1</cp:revision>
  <dcterms:created xsi:type="dcterms:W3CDTF">2022-04-09T18:49:12Z</dcterms:created>
  <dcterms:modified xsi:type="dcterms:W3CDTF">2026-01-26T21:22:13Z</dcterms:modified>
</cp:coreProperties>
</file>